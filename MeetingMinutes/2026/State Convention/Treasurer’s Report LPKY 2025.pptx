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B905B8-00AF-48BE-A6AE-2B4806DBFCE9}">
  <a:tblStyle styleId="{F0B905B8-00AF-48BE-A6AE-2B4806DBFCE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9fae47e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9fae47e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9fae47e9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9fae47e9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Treasurer’s Report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LPKY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Feb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6782" y="0"/>
            <a:ext cx="49544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345575" y="1306275"/>
            <a:ext cx="1353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$27,065.36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971400" y="244348"/>
            <a:ext cx="14004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$38,947.89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63125" y="2020500"/>
            <a:ext cx="14850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Income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$18,150.36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7119900" y="2007939"/>
            <a:ext cx="18327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Expenses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$-6267.83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68075" y="200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Expenses</a:t>
            </a:r>
            <a:endParaRPr/>
          </a:p>
        </p:txBody>
      </p:sp>
      <p:graphicFrame>
        <p:nvGraphicFramePr>
          <p:cNvPr id="70" name="Google Shape;70;p15"/>
          <p:cNvGraphicFramePr/>
          <p:nvPr/>
        </p:nvGraphicFramePr>
        <p:xfrm>
          <a:off x="461675" y="77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{F0B905B8-00AF-48BE-A6AE-2B4806DBFCE9}</a:tableStyleId>
              </a:tblPr>
              <a:tblGrid>
                <a:gridCol w="1279075"/>
                <a:gridCol w="4383375"/>
                <a:gridCol w="1580900"/>
                <a:gridCol w="977275"/>
              </a:tblGrid>
              <a:tr h="60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1/22/2025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PURCHASE KY BOARD ELECTIONS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Voter Data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-2055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4/11/2025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PURCHASE KY BOARD ELECTIONS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Voter Data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-2055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10/9/2025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PURCHASE FRIENDSOFFICE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Brochures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-398.49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12/10/2025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PURCHASE WENDY4KY.COM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Candidate Match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-200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4/16/2025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PURCHASE USPS PO BOXES ONLINE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Mailing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-188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5/23/2025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PURCHASE GOOGLE *TWITTER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Social Media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-121.89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7/21/2025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INTUIT * QBooks Online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Accounting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-890.40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